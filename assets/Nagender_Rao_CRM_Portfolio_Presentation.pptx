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30" kern="0" dirty="0">
                <a:solidFill>
                  <a:srgbClr val="56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NAGENDER RAO  /  CRM MANAGEMENT SYSTEM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921240" y="64922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30" kern="0" dirty="0">
                <a:solidFill>
                  <a:srgbClr val="56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72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72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Nikhil9466/CRM" TargetMode="External"/><Relationship Id="rId2" Type="http://schemas.openxmlformats.org/officeDocument/2006/relationships/hyperlink" Target="https://www.linkedin.com/in/nagender-rao-673b80299?utm_source=share_via&amp;utm_content=profile&amp;utm_medium=member_android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669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8B4"/>
                </a:solidFill>
              </a:rPr>
              <a:t>FULL-STACK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9144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CRM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2BA"/>
                </a:solidFill>
              </a:rPr>
              <a:t>A practical CRM for contacts, deals, tasks, teams, permissions, attendance and operational history.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10242C"/>
          </a:solidFill>
          <a:ln w="10160">
            <a:solidFill>
              <a:srgbClr val="244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314700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75688" y="32461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10242C"/>
          </a:solidFill>
          <a:ln w="10160">
            <a:solidFill>
              <a:srgbClr val="244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85416" y="3314700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BTech · 4th Year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Nagender Rao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58368" y="4462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A83"/>
                </a:solidFill>
              </a:rPr>
              <a:t>Portfolio Project ·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58968" y="630936"/>
            <a:ext cx="6044184" cy="3986784"/>
          </a:xfrm>
          <a:prstGeom prst="roundRect">
            <a:avLst>
              <a:gd name="adj" fmla="val 1376"/>
            </a:avLst>
          </a:prstGeom>
          <a:solidFill>
            <a:srgbClr val="0A171C"/>
          </a:solidFill>
          <a:ln w="15240">
            <a:solidFill>
              <a:srgbClr val="2441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/mnt/data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658368"/>
            <a:ext cx="5989320" cy="39319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32704" y="786384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51115">
              <a:alpha val="92000"/>
            </a:srgbClr>
          </a:solidFill>
          <a:ln w="12700">
            <a:solidFill>
              <a:srgbClr val="24414A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33288" y="8595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5715000" y="4828032"/>
            <a:ext cx="5504688" cy="1097280"/>
          </a:xfrm>
          <a:prstGeom prst="roundRect">
            <a:avLst>
              <a:gd name="adj" fmla="val 666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51937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D6E3E7"/>
                </a:solidFill>
              </a:rPr>
              <a:t>HTML  ·  CSS  ·  JavaScript  ·  Node.js  ·  Express  ·  PostgreSQL  ·  Prisma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72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0D8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to manage the full customer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44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contact entering the system to team ownership, deal tracking, tasks and day-to-day employee operations.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984248"/>
            <a:ext cx="45720" cy="128930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14884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48716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contacts with company, phone, owner and record lifecycle controls.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15968" y="19659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1984248"/>
            <a:ext cx="45720" cy="128930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214884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17136" y="248716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Deals move through stages, keep expected close dates and track won value.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37576" y="19659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5864" y="1984248"/>
            <a:ext cx="45720" cy="128930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214884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execution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38744" y="248716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link back to CRM records and can be assigned to employees.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520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" y="3538728"/>
            <a:ext cx="45720" cy="128930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0332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&amp; roles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" y="404164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Admin, sub-admin and employee roles with team-aware access and ownership.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15968" y="3520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34256" y="3538728"/>
            <a:ext cx="45720" cy="128930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370332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17136" y="404164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Check-in, breaks, check-out, history and correction review integrated into the same workspace.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37576" y="3520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55864" y="3538728"/>
            <a:ext cx="45720" cy="128930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370332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&amp; history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38744" y="404164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Recycle bin and activity history make changes easier to review and recover.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" y="5257800"/>
            <a:ext cx="10972800" cy="0"/>
          </a:xfrm>
          <a:prstGeom prst="line">
            <a:avLst/>
          </a:prstGeom>
          <a:noFill/>
          <a:ln w="12700">
            <a:solidFill>
              <a:srgbClr val="2441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468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00D8B4"/>
                </a:solidFill>
              </a:rPr>
              <a:t>Design goal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54406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AFB"/>
                </a:solidFill>
              </a:rPr>
              <a:t>Keep sales, people and operational workflows in one clean, role-aware interface.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72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0D8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stack. Clear responsibilities.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44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uses a browser frontend, an Express API, Prisma as the data layer and PostgreSQL for persistence.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892808"/>
            <a:ext cx="45720" cy="1042416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057400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395728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· CSS · JavaScript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15968" y="187452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1892808"/>
            <a:ext cx="45720" cy="1042416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2057400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17136" y="2395728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· Express.js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37576" y="187452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5864" y="1892808"/>
            <a:ext cx="45720" cy="1042416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2057400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38744" y="2395728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24612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" y="3264408"/>
            <a:ext cx="45720" cy="1042416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429000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" y="3767328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15968" y="324612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34256" y="3264408"/>
            <a:ext cx="45720" cy="1042416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3429000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17136" y="3767328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 sessions · CSRF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37576" y="324612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55864" y="3264408"/>
            <a:ext cx="45720" cy="1042416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3429000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38744" y="3767328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· GitHub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4800600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02920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AFB"/>
                </a:solidFill>
              </a:rPr>
              <a:t>Browser UI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54096" y="5175504"/>
            <a:ext cx="420624" cy="0"/>
          </a:xfrm>
          <a:prstGeom prst="line">
            <a:avLst/>
          </a:prstGeom>
          <a:noFill/>
          <a:ln w="19050">
            <a:solidFill>
              <a:srgbClr val="00D8B4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657600" y="4800600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502920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AFB"/>
                </a:solidFill>
              </a:rPr>
              <a:t>Express API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0176" y="5175504"/>
            <a:ext cx="420624" cy="0"/>
          </a:xfrm>
          <a:prstGeom prst="line">
            <a:avLst/>
          </a:prstGeom>
          <a:noFill/>
          <a:ln w="19050">
            <a:solidFill>
              <a:srgbClr val="00D8B4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83680" y="480060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502920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AFB"/>
                </a:solidFill>
              </a:rPr>
              <a:t>Prisma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40496" y="5175504"/>
            <a:ext cx="420624" cy="0"/>
          </a:xfrm>
          <a:prstGeom prst="line">
            <a:avLst/>
          </a:prstGeom>
          <a:noFill/>
          <a:ln w="19050">
            <a:solidFill>
              <a:srgbClr val="00D8B4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144000" y="480060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0D5A50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53728" y="5029200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AFB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72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0D8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Contacts → Deals → Tasks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44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everyday screens are intentionally consistent: filter, review, act.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9496" y="1819656"/>
            <a:ext cx="3758184" cy="2139696"/>
          </a:xfrm>
          <a:prstGeom prst="roundRect">
            <a:avLst>
              <a:gd name="adj" fmla="val 2564"/>
            </a:avLst>
          </a:prstGeom>
          <a:solidFill>
            <a:srgbClr val="0A171C"/>
          </a:solidFill>
          <a:ln w="15240">
            <a:solidFill>
              <a:srgbClr val="2441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mnt/data/cont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47088"/>
            <a:ext cx="3703320" cy="2084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1975104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51115">
              <a:alpha val="92000"/>
            </a:srgbClr>
          </a:solidFill>
          <a:ln w="12700">
            <a:solidFill>
              <a:srgbClr val="24414A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" y="20482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Contacts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4215384" y="1819656"/>
            <a:ext cx="3758184" cy="2139696"/>
          </a:xfrm>
          <a:prstGeom prst="roundRect">
            <a:avLst>
              <a:gd name="adj" fmla="val 2564"/>
            </a:avLst>
          </a:prstGeom>
          <a:solidFill>
            <a:srgbClr val="0A171C"/>
          </a:solidFill>
          <a:ln w="15240">
            <a:solidFill>
              <a:srgbClr val="2441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/mnt/data/de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847088"/>
            <a:ext cx="3703320" cy="20848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9120" y="1975104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51115">
              <a:alpha val="92000"/>
            </a:srgbClr>
          </a:solidFill>
          <a:ln w="12700">
            <a:solidFill>
              <a:srgbClr val="24414A">
                <a:alpha val="7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489704" y="20482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Deals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7891272" y="1819656"/>
            <a:ext cx="3758184" cy="2139696"/>
          </a:xfrm>
          <a:prstGeom prst="roundRect">
            <a:avLst>
              <a:gd name="adj" fmla="val 2564"/>
            </a:avLst>
          </a:prstGeom>
          <a:solidFill>
            <a:srgbClr val="0A171C"/>
          </a:solidFill>
          <a:ln w="15240">
            <a:solidFill>
              <a:srgbClr val="2441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/mnt/data/t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1847088"/>
            <a:ext cx="3703320" cy="20848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65008" y="1975104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51115">
              <a:alpha val="92000"/>
            </a:srgbClr>
          </a:solidFill>
          <a:ln w="12700">
            <a:solidFill>
              <a:srgbClr val="24414A">
                <a:alpha val="7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165592" y="20482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820" dirty="0"/>
          </a:p>
        </p:txBody>
      </p:sp>
      <p:sp>
        <p:nvSpPr>
          <p:cNvPr id="17" name="Shape 12"/>
          <p:cNvSpPr/>
          <p:nvPr/>
        </p:nvSpPr>
        <p:spPr>
          <a:xfrm>
            <a:off x="566928" y="429768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85216" y="4315968"/>
            <a:ext cx="45720" cy="119786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68096" y="44805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68096" y="4818888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by name/email/phone, filter records and assign ownership.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242816" y="429768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261104" y="4315968"/>
            <a:ext cx="45720" cy="119786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443984" y="44805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443984" y="4818888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value, stage and expected close date with inline stage updates.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918704" y="429768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936992" y="4315968"/>
            <a:ext cx="45720" cy="119786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119872" y="44805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119872" y="4818888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work back to CRM records and keep ownership visible.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72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0D8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quick read of the workspace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44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KPIs, won value, pipeline distribution and task workload are visible without digging through tables.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01368"/>
            <a:ext cx="7552944" cy="4279392"/>
          </a:xfrm>
          <a:prstGeom prst="roundRect">
            <a:avLst>
              <a:gd name="adj" fmla="val 1282"/>
            </a:avLst>
          </a:prstGeom>
          <a:solidFill>
            <a:srgbClr val="0A171C"/>
          </a:solidFill>
          <a:ln w="15240">
            <a:solidFill>
              <a:srgbClr val="2441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mnt/data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7498080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" y="1956816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51115">
              <a:alpha val="92000"/>
            </a:srgbClr>
          </a:solidFill>
          <a:ln w="12700">
            <a:solidFill>
              <a:srgbClr val="24414A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20299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8394192" y="182880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0" y="1847088"/>
            <a:ext cx="45720" cy="101498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2011680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0" y="235000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Contacts, active deals, won value and pending tasks.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394192" y="30632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0" y="3081528"/>
            <a:ext cx="45720" cy="101498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0" y="3246120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view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595360" y="358444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wins make progress visible over time.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94192" y="42976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0" y="4315968"/>
            <a:ext cx="45720" cy="101498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0" y="4480560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95360" y="481888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Stage-by-stage deal value gives a quick sales snapshot.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72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0D8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Teams, access and attendance in the same 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44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CRM goes beyond customer records by handling employee roles, team ownership and day-to-day attendance.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01368"/>
            <a:ext cx="5541264" cy="3145536"/>
          </a:xfrm>
          <a:prstGeom prst="roundRect">
            <a:avLst>
              <a:gd name="adj" fmla="val 1744"/>
            </a:avLst>
          </a:prstGeom>
          <a:solidFill>
            <a:srgbClr val="0A171C"/>
          </a:solidFill>
          <a:ln w="15240">
            <a:solidFill>
              <a:srgbClr val="2441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mnt/data/teamN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5486400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" y="1956816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51115">
              <a:alpha val="92000"/>
            </a:srgbClr>
          </a:solidFill>
          <a:ln w="12700">
            <a:solidFill>
              <a:srgbClr val="24414A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20299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Settings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6117336" y="1801368"/>
            <a:ext cx="5541264" cy="3145536"/>
          </a:xfrm>
          <a:prstGeom prst="roundRect">
            <a:avLst>
              <a:gd name="adj" fmla="val 1744"/>
            </a:avLst>
          </a:prstGeom>
          <a:solidFill>
            <a:srgbClr val="0A171C"/>
          </a:solidFill>
          <a:ln w="15240">
            <a:solidFill>
              <a:srgbClr val="2441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/mnt/data/attend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28800"/>
            <a:ext cx="5486400" cy="30906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91072" y="1956816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51115">
              <a:alpha val="92000"/>
            </a:srgbClr>
          </a:solidFill>
          <a:ln w="12700">
            <a:solidFill>
              <a:srgbClr val="24414A">
                <a:alpha val="7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91656" y="202996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777240" y="5330952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0120" y="525780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/ Sub-admin / Employee roles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77240" y="5660136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60120" y="5586984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employees and assign existing employees to teams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7240" y="5989320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60120" y="591616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Check-in, break, resume and check-out workflow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77240" y="6318504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0120" y="624535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 history and correction review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309360" y="5330952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92240" y="5257800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Organisation-wide view for admins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309360" y="5660136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92240" y="5586984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Team-aware access for sub-admins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309360" y="5989320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92240" y="5916168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Server-calculated working time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309360" y="6318504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92240" y="6245352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 events reflected in activity history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72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0D8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 what changed. Recover what was deleted.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44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history and recycle bin make the application more forgiving and easier to audit.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01368"/>
            <a:ext cx="5541264" cy="3145536"/>
          </a:xfrm>
          <a:prstGeom prst="roundRect">
            <a:avLst>
              <a:gd name="adj" fmla="val 1744"/>
            </a:avLst>
          </a:prstGeom>
          <a:solidFill>
            <a:srgbClr val="0A171C"/>
          </a:solidFill>
          <a:ln w="15240">
            <a:solidFill>
              <a:srgbClr val="2441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mnt/data/activity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5486400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" y="1956816"/>
            <a:ext cx="1435608" cy="274320"/>
          </a:xfrm>
          <a:prstGeom prst="roundRect">
            <a:avLst>
              <a:gd name="adj" fmla="val 20000"/>
            </a:avLst>
          </a:prstGeom>
          <a:solidFill>
            <a:srgbClr val="051115">
              <a:alpha val="92000"/>
            </a:srgbClr>
          </a:solidFill>
          <a:ln w="12700">
            <a:solidFill>
              <a:srgbClr val="24414A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2029968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History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6117336" y="1801368"/>
            <a:ext cx="5541264" cy="3145536"/>
          </a:xfrm>
          <a:prstGeom prst="roundRect">
            <a:avLst>
              <a:gd name="adj" fmla="val 1744"/>
            </a:avLst>
          </a:prstGeom>
          <a:solidFill>
            <a:srgbClr val="0A171C"/>
          </a:solidFill>
          <a:ln w="15240">
            <a:solidFill>
              <a:srgbClr val="2441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/mnt/data/recycleB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28800"/>
            <a:ext cx="5486400" cy="30906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91072" y="1956816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051115">
              <a:alpha val="92000"/>
            </a:srgbClr>
          </a:solidFill>
          <a:ln w="12700">
            <a:solidFill>
              <a:srgbClr val="24414A">
                <a:alpha val="7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91656" y="2029968"/>
            <a:ext cx="886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Recycle Bin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594360" y="52120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2648" y="5230368"/>
            <a:ext cx="45720" cy="92354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5528" y="5394960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history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95528" y="5733288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who changed what and when, including attendance-related actions.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44768" y="52120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0242C"/>
          </a:solidFill>
          <a:ln w="12700">
            <a:solidFill>
              <a:srgbClr val="24414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63056" y="5230368"/>
            <a:ext cx="45720" cy="923544"/>
          </a:xfrm>
          <a:prstGeom prst="rect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45936" y="5394960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Recycle bin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345936" y="5733288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B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Deleted CRM records can be restored while respecting current permissions.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72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8B4"/>
                </a:solidFill>
              </a:rPr>
              <a:t>PROJECT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CRM built as a complete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product, not just a CRUD demo.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2560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AFB"/>
                </a:solidFill>
              </a:rPr>
              <a:t>What this project demonstrates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3072384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999232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UI and responsive product design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713232" y="3529584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456432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API design with role-aware permissions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713232" y="3986784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913632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data modelling through Prisma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713232" y="4443984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370832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Authentication, sessions and CSRF protection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713232" y="4901184"/>
            <a:ext cx="82296" cy="82296"/>
          </a:xfrm>
          <a:prstGeom prst="ellipse">
            <a:avLst/>
          </a:prstGeom>
          <a:solidFill>
            <a:srgbClr val="00D8B4"/>
          </a:solidFill>
          <a:ln w="12700">
            <a:solidFill>
              <a:srgbClr val="00D8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828032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6E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workflows across sales and employee operations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766560" y="1051560"/>
            <a:ext cx="4754880" cy="4434840"/>
          </a:xfrm>
          <a:prstGeom prst="roundRect">
            <a:avLst>
              <a:gd name="adj" fmla="val 1856"/>
            </a:avLst>
          </a:prstGeom>
          <a:solidFill>
            <a:srgbClr val="10242C"/>
          </a:solidFill>
          <a:ln w="13970">
            <a:solidFill>
              <a:srgbClr val="244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Nagender Rao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150608" y="2039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B2BA"/>
                </a:solidFill>
              </a:rPr>
              <a:t>Web Developer · BTech 4th Year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0608" y="2743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8B4"/>
                </a:solidFill>
              </a:rPr>
              <a:t>GitHub</a:t>
            </a:r>
            <a:endParaRPr lang="en-US" sz="1000" dirty="0"/>
          </a:p>
        </p:txBody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7150608" y="3072384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D6E3E7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github.com/Nikhil9466/CRM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50608" y="37673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8B4"/>
                </a:solidFill>
              </a:rPr>
              <a:t>LinkedIn</a:t>
            </a:r>
            <a:endParaRPr lang="en-US" sz="1000" dirty="0"/>
          </a:p>
        </p:txBody>
      </p:sp>
      <p:sp>
        <p:nvSpPr>
          <p:cNvPr id="21" name="Text 19">
            <a:hlinkClick r:id="rId2" tooltip=""/>
          </p:cNvPr>
          <p:cNvSpPr/>
          <p:nvPr/>
        </p:nvSpPr>
        <p:spPr>
          <a:xfrm>
            <a:off x="7150608" y="4096512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D6E3E7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Nagender Rao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50608" y="4791456"/>
            <a:ext cx="3657600" cy="0"/>
          </a:xfrm>
          <a:prstGeom prst="line">
            <a:avLst/>
          </a:prstGeom>
          <a:noFill/>
          <a:ln w="12700">
            <a:solidFill>
              <a:srgbClr val="2441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4983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A83"/>
                </a:solidFill>
              </a:rPr>
              <a:t>Built with HTML · CSS · JavaScript · Node.js · Express · PostgreSQL · Prisma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72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Management System — Nagender Rao</dc:title>
  <dc:subject>CRM Management System portfolio presentation</dc:subject>
  <dc:creator>Nagender Rao</dc:creator>
  <cp:lastModifiedBy>Nagender Rao</cp:lastModifiedBy>
  <cp:revision>1</cp:revision>
  <dcterms:created xsi:type="dcterms:W3CDTF">2026-09-24T10:11:18Z</dcterms:created>
  <dcterms:modified xsi:type="dcterms:W3CDTF">2026-09-24T10:11:18Z</dcterms:modified>
</cp:coreProperties>
</file>